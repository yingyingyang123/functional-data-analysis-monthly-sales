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  <p:sldMasterId id="214748369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Space Mono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Poppins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SpaceMono-bold.fntdata"/><Relationship Id="rId21" Type="http://schemas.openxmlformats.org/officeDocument/2006/relationships/font" Target="fonts/SpaceMono-regular.fntdata"/><Relationship Id="rId24" Type="http://schemas.openxmlformats.org/officeDocument/2006/relationships/font" Target="fonts/SpaceMono-boldItalic.fntdata"/><Relationship Id="rId23" Type="http://schemas.openxmlformats.org/officeDocument/2006/relationships/font" Target="fonts/Space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italic.fntdata"/><Relationship Id="rId30" Type="http://schemas.openxmlformats.org/officeDocument/2006/relationships/font" Target="fonts/PoppinsLigh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oppinsLigh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51afc2a10b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51afc2a10b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51afc2a10b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51afc2a10b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51afc2a10b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51afc2a10b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51afc2a10b_0_1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51afc2a10b_0_1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51afc2a10b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51afc2a10b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Observations: West and East regions tend to have higher monthly sales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South region exhibits the lowest overall sales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Fluctuations suggest need for smoothing to reveal underlying trends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51d9703b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51d9703b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51d9703be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51d9703be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51d9703be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51d9703be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1d9703b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1d9703b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1d9703be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51d9703be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51d9703be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51d9703be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51d9703be6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51d9703be6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1d9703be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51d9703be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51afc2a10b_0_1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51afc2a10b_0_1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, annotations, and captions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/>
          <p:nvPr>
            <p:ph idx="2" type="pic"/>
          </p:nvPr>
        </p:nvSpPr>
        <p:spPr>
          <a:xfrm>
            <a:off x="0" y="0"/>
            <a:ext cx="9144000" cy="23649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139600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9pPr>
          </a:lstStyle>
          <a:p/>
        </p:txBody>
      </p:sp>
      <p:sp>
        <p:nvSpPr>
          <p:cNvPr id="58" name="Google Shape;58;p14"/>
          <p:cNvSpPr txBox="1"/>
          <p:nvPr>
            <p:ph idx="3" type="subTitle"/>
          </p:nvPr>
        </p:nvSpPr>
        <p:spPr>
          <a:xfrm>
            <a:off x="1457784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9pPr>
          </a:lstStyle>
          <a:p/>
        </p:txBody>
      </p:sp>
      <p:sp>
        <p:nvSpPr>
          <p:cNvPr id="59" name="Google Shape;59;p14"/>
          <p:cNvSpPr txBox="1"/>
          <p:nvPr>
            <p:ph idx="4" type="subTitle"/>
          </p:nvPr>
        </p:nvSpPr>
        <p:spPr>
          <a:xfrm>
            <a:off x="2775967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9pPr>
          </a:lstStyle>
          <a:p/>
        </p:txBody>
      </p:sp>
      <p:sp>
        <p:nvSpPr>
          <p:cNvPr id="60" name="Google Shape;60;p14"/>
          <p:cNvSpPr txBox="1"/>
          <p:nvPr>
            <p:ph idx="5" type="subTitle"/>
          </p:nvPr>
        </p:nvSpPr>
        <p:spPr>
          <a:xfrm>
            <a:off x="4094151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9pPr>
          </a:lstStyle>
          <a:p/>
        </p:txBody>
      </p:sp>
      <p:sp>
        <p:nvSpPr>
          <p:cNvPr id="61" name="Google Shape;61;p14"/>
          <p:cNvSpPr txBox="1"/>
          <p:nvPr>
            <p:ph idx="6" type="subTitle"/>
          </p:nvPr>
        </p:nvSpPr>
        <p:spPr>
          <a:xfrm>
            <a:off x="5412334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9pPr>
          </a:lstStyle>
          <a:p/>
        </p:txBody>
      </p:sp>
      <p:sp>
        <p:nvSpPr>
          <p:cNvPr id="62" name="Google Shape;62;p14"/>
          <p:cNvSpPr txBox="1"/>
          <p:nvPr>
            <p:ph idx="7" type="subTitle"/>
          </p:nvPr>
        </p:nvSpPr>
        <p:spPr>
          <a:xfrm>
            <a:off x="6730518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9pPr>
          </a:lstStyle>
          <a:p/>
        </p:txBody>
      </p:sp>
      <p:sp>
        <p:nvSpPr>
          <p:cNvPr id="63" name="Google Shape;63;p14"/>
          <p:cNvSpPr txBox="1"/>
          <p:nvPr>
            <p:ph idx="8" type="subTitle"/>
          </p:nvPr>
        </p:nvSpPr>
        <p:spPr>
          <a:xfrm>
            <a:off x="8048701" y="2515437"/>
            <a:ext cx="9558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9pPr>
          </a:lstStyle>
          <a:p/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19800" y="4187725"/>
            <a:ext cx="91044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65" name="Google Shape;65;p14"/>
          <p:cNvSpPr txBox="1"/>
          <p:nvPr>
            <p:ph idx="9" type="subTitle"/>
          </p:nvPr>
        </p:nvSpPr>
        <p:spPr>
          <a:xfrm>
            <a:off x="4936920" y="2933413"/>
            <a:ext cx="18633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6" name="Google Shape;66;p14"/>
          <p:cNvSpPr txBox="1"/>
          <p:nvPr>
            <p:ph idx="13" type="body"/>
          </p:nvPr>
        </p:nvSpPr>
        <p:spPr>
          <a:xfrm>
            <a:off x="4936939" y="3312062"/>
            <a:ext cx="18633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7" name="Google Shape;67;p14"/>
          <p:cNvSpPr txBox="1"/>
          <p:nvPr>
            <p:ph idx="14" type="subTitle"/>
          </p:nvPr>
        </p:nvSpPr>
        <p:spPr>
          <a:xfrm>
            <a:off x="6984180" y="2933413"/>
            <a:ext cx="18633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8" name="Google Shape;68;p14"/>
          <p:cNvSpPr txBox="1"/>
          <p:nvPr>
            <p:ph idx="15" type="body"/>
          </p:nvPr>
        </p:nvSpPr>
        <p:spPr>
          <a:xfrm>
            <a:off x="6984199" y="3312062"/>
            <a:ext cx="18633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/>
          <p:nvPr>
            <p:ph idx="2" type="pic"/>
          </p:nvPr>
        </p:nvSpPr>
        <p:spPr>
          <a:xfrm>
            <a:off x="0" y="0"/>
            <a:ext cx="9144000" cy="23649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19800" y="4187725"/>
            <a:ext cx="91044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TITLE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620775" y="2157000"/>
            <a:ext cx="78651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TITLE_1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type="title"/>
          </p:nvPr>
        </p:nvSpPr>
        <p:spPr>
          <a:xfrm>
            <a:off x="19800" y="4187725"/>
            <a:ext cx="91044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1182150" y="994250"/>
            <a:ext cx="6779700" cy="17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8"/>
          <p:cNvSpPr txBox="1"/>
          <p:nvPr>
            <p:ph idx="1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83" name="Google Shape;83;p18"/>
          <p:cNvSpPr txBox="1"/>
          <p:nvPr>
            <p:ph idx="2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84" name="Google Shape;84;p18"/>
          <p:cNvSpPr txBox="1"/>
          <p:nvPr>
            <p:ph idx="3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85" name="Google Shape;85;p18"/>
          <p:cNvSpPr txBox="1"/>
          <p:nvPr>
            <p:ph idx="4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86" name="Google Shape;86;p18"/>
          <p:cNvSpPr txBox="1"/>
          <p:nvPr>
            <p:ph idx="5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87" name="Google Shape;87;p18"/>
          <p:cNvSpPr txBox="1"/>
          <p:nvPr>
            <p:ph idx="6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88" name="Google Shape;88;p18"/>
          <p:cNvSpPr txBox="1"/>
          <p:nvPr>
            <p:ph idx="7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89" name="Google Shape;89;p18"/>
          <p:cNvSpPr txBox="1"/>
          <p:nvPr>
            <p:ph idx="8" type="subTitle"/>
          </p:nvPr>
        </p:nvSpPr>
        <p:spPr>
          <a:xfrm>
            <a:off x="4317185" y="258750"/>
            <a:ext cx="2832900" cy="3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5628400" y="1039100"/>
            <a:ext cx="3389400" cy="397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Poppins Light"/>
              <a:buNone/>
              <a:defRPr sz="3800"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Poppins Light"/>
              <a:buNone/>
              <a:defRPr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Poppins Light"/>
              <a:buNone/>
              <a:defRPr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Poppins Light"/>
              <a:buNone/>
              <a:defRPr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Poppins Light"/>
              <a:buNone/>
              <a:defRPr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Poppins Light"/>
              <a:buNone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Poppins Light"/>
              <a:buNone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Poppins Light"/>
              <a:buNone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Poppins Light"/>
              <a:buNone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SECTION_HEADER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639450" y="2157000"/>
            <a:ext cx="78651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4936929" y="3327125"/>
            <a:ext cx="35490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SECTION_HEADER_2_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0"/>
          <p:cNvSpPr txBox="1"/>
          <p:nvPr>
            <p:ph idx="1" type="subTitle"/>
          </p:nvPr>
        </p:nvSpPr>
        <p:spPr>
          <a:xfrm>
            <a:off x="620775" y="1946600"/>
            <a:ext cx="35490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20"/>
          <p:cNvSpPr txBox="1"/>
          <p:nvPr>
            <p:ph type="title"/>
          </p:nvPr>
        </p:nvSpPr>
        <p:spPr>
          <a:xfrm>
            <a:off x="620775" y="258750"/>
            <a:ext cx="77478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SECTION_HEADER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1"/>
          <p:cNvSpPr txBox="1"/>
          <p:nvPr>
            <p:ph type="title"/>
          </p:nvPr>
        </p:nvSpPr>
        <p:spPr>
          <a:xfrm>
            <a:off x="639450" y="2157000"/>
            <a:ext cx="78651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HEADER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22"/>
          <p:cNvSpPr txBox="1"/>
          <p:nvPr>
            <p:ph type="title"/>
          </p:nvPr>
        </p:nvSpPr>
        <p:spPr>
          <a:xfrm>
            <a:off x="620775" y="258750"/>
            <a:ext cx="77478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  <p:sp>
        <p:nvSpPr>
          <p:cNvPr id="105" name="Google Shape;105;p22"/>
          <p:cNvSpPr txBox="1"/>
          <p:nvPr>
            <p:ph idx="1" type="subTitle"/>
          </p:nvPr>
        </p:nvSpPr>
        <p:spPr>
          <a:xfrm>
            <a:off x="620775" y="2429375"/>
            <a:ext cx="22251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6" name="Google Shape;106;p22"/>
          <p:cNvSpPr txBox="1"/>
          <p:nvPr>
            <p:ph idx="2" type="subTitle"/>
          </p:nvPr>
        </p:nvSpPr>
        <p:spPr>
          <a:xfrm>
            <a:off x="3459433" y="2429375"/>
            <a:ext cx="22251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7" name="Google Shape;107;p22"/>
          <p:cNvSpPr txBox="1"/>
          <p:nvPr>
            <p:ph idx="3" type="subTitle"/>
          </p:nvPr>
        </p:nvSpPr>
        <p:spPr>
          <a:xfrm>
            <a:off x="6260783" y="2429375"/>
            <a:ext cx="22251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8" name="Google Shape;108;p22"/>
          <p:cNvSpPr txBox="1"/>
          <p:nvPr>
            <p:ph idx="4" type="subTitle"/>
          </p:nvPr>
        </p:nvSpPr>
        <p:spPr>
          <a:xfrm>
            <a:off x="620775" y="3584600"/>
            <a:ext cx="22251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" name="Google Shape;109;p22"/>
          <p:cNvSpPr txBox="1"/>
          <p:nvPr>
            <p:ph idx="5" type="subTitle"/>
          </p:nvPr>
        </p:nvSpPr>
        <p:spPr>
          <a:xfrm>
            <a:off x="3459433" y="3584600"/>
            <a:ext cx="22251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22"/>
          <p:cNvSpPr txBox="1"/>
          <p:nvPr>
            <p:ph idx="6" type="subTitle"/>
          </p:nvPr>
        </p:nvSpPr>
        <p:spPr>
          <a:xfrm>
            <a:off x="6260783" y="3584600"/>
            <a:ext cx="22251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annotations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3"/>
          <p:cNvSpPr txBox="1"/>
          <p:nvPr>
            <p:ph idx="1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14" name="Google Shape;114;p23"/>
          <p:cNvSpPr txBox="1"/>
          <p:nvPr>
            <p:ph idx="2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15" name="Google Shape;115;p23"/>
          <p:cNvSpPr txBox="1"/>
          <p:nvPr>
            <p:ph idx="3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16" name="Google Shape;116;p23"/>
          <p:cNvSpPr txBox="1"/>
          <p:nvPr>
            <p:ph idx="4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17" name="Google Shape;117;p23"/>
          <p:cNvSpPr txBox="1"/>
          <p:nvPr>
            <p:ph idx="5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18" name="Google Shape;118;p23"/>
          <p:cNvSpPr txBox="1"/>
          <p:nvPr>
            <p:ph idx="6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19" name="Google Shape;119;p23"/>
          <p:cNvSpPr txBox="1"/>
          <p:nvPr>
            <p:ph idx="7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620775" y="258750"/>
            <a:ext cx="77478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TITLE_AND_BODY_2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4"/>
          <p:cNvSpPr txBox="1"/>
          <p:nvPr>
            <p:ph type="title"/>
          </p:nvPr>
        </p:nvSpPr>
        <p:spPr>
          <a:xfrm>
            <a:off x="620775" y="258750"/>
            <a:ext cx="77478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two body">
  <p:cSld name="TITLE_AND_BODY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5"/>
          <p:cNvSpPr txBox="1"/>
          <p:nvPr>
            <p:ph idx="1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27" name="Google Shape;127;p25"/>
          <p:cNvSpPr txBox="1"/>
          <p:nvPr>
            <p:ph idx="2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28" name="Google Shape;128;p25"/>
          <p:cNvSpPr txBox="1"/>
          <p:nvPr>
            <p:ph idx="3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29" name="Google Shape;129;p25"/>
          <p:cNvSpPr txBox="1"/>
          <p:nvPr>
            <p:ph idx="4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30" name="Google Shape;130;p25"/>
          <p:cNvSpPr txBox="1"/>
          <p:nvPr>
            <p:ph idx="5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31" name="Google Shape;131;p25"/>
          <p:cNvSpPr txBox="1"/>
          <p:nvPr>
            <p:ph idx="6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32" name="Google Shape;132;p25"/>
          <p:cNvSpPr txBox="1"/>
          <p:nvPr>
            <p:ph idx="7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33" name="Google Shape;133;p25"/>
          <p:cNvSpPr txBox="1"/>
          <p:nvPr>
            <p:ph idx="8" type="body"/>
          </p:nvPr>
        </p:nvSpPr>
        <p:spPr>
          <a:xfrm>
            <a:off x="620775" y="1064250"/>
            <a:ext cx="6179400" cy="21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2pPr>
            <a:lvl3pPr indent="-3937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3pPr>
            <a:lvl4pPr indent="-3937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indent="-3937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indent="-3937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indent="-3937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indent="-3937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indent="-3937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/>
        </p:txBody>
      </p:sp>
      <p:sp>
        <p:nvSpPr>
          <p:cNvPr id="134" name="Google Shape;134;p25"/>
          <p:cNvSpPr txBox="1"/>
          <p:nvPr>
            <p:ph idx="9" type="subTitle"/>
          </p:nvPr>
        </p:nvSpPr>
        <p:spPr>
          <a:xfrm>
            <a:off x="4177851" y="3598475"/>
            <a:ext cx="22251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5" name="Google Shape;135;p25"/>
          <p:cNvSpPr txBox="1"/>
          <p:nvPr>
            <p:ph idx="13" type="body"/>
          </p:nvPr>
        </p:nvSpPr>
        <p:spPr>
          <a:xfrm>
            <a:off x="4177886" y="3977102"/>
            <a:ext cx="22251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6" name="Google Shape;136;p25"/>
          <p:cNvSpPr txBox="1"/>
          <p:nvPr>
            <p:ph idx="14" type="subTitle"/>
          </p:nvPr>
        </p:nvSpPr>
        <p:spPr>
          <a:xfrm>
            <a:off x="6622495" y="3598475"/>
            <a:ext cx="22251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7" name="Google Shape;137;p25"/>
          <p:cNvSpPr txBox="1"/>
          <p:nvPr>
            <p:ph idx="15" type="body"/>
          </p:nvPr>
        </p:nvSpPr>
        <p:spPr>
          <a:xfrm>
            <a:off x="6622525" y="3977102"/>
            <a:ext cx="22251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620775" y="258750"/>
            <a:ext cx="77478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BODY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6"/>
          <p:cNvSpPr txBox="1"/>
          <p:nvPr>
            <p:ph idx="1" type="subTitle"/>
          </p:nvPr>
        </p:nvSpPr>
        <p:spPr>
          <a:xfrm>
            <a:off x="620775" y="2048375"/>
            <a:ext cx="35490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2" name="Google Shape;142;p26"/>
          <p:cNvSpPr txBox="1"/>
          <p:nvPr>
            <p:ph idx="2" type="body"/>
          </p:nvPr>
        </p:nvSpPr>
        <p:spPr>
          <a:xfrm>
            <a:off x="620775" y="2427001"/>
            <a:ext cx="35490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3" name="Google Shape;143;p26"/>
          <p:cNvSpPr txBox="1"/>
          <p:nvPr>
            <p:ph idx="3" type="subTitle"/>
          </p:nvPr>
        </p:nvSpPr>
        <p:spPr>
          <a:xfrm>
            <a:off x="4686788" y="2048375"/>
            <a:ext cx="35490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4" name="Google Shape;144;p26"/>
          <p:cNvSpPr txBox="1"/>
          <p:nvPr>
            <p:ph idx="4" type="body"/>
          </p:nvPr>
        </p:nvSpPr>
        <p:spPr>
          <a:xfrm>
            <a:off x="4686835" y="2427001"/>
            <a:ext cx="35490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5" name="Google Shape;145;p26"/>
          <p:cNvSpPr txBox="1"/>
          <p:nvPr>
            <p:ph type="title"/>
          </p:nvPr>
        </p:nvSpPr>
        <p:spPr>
          <a:xfrm>
            <a:off x="620775" y="258750"/>
            <a:ext cx="77478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BODY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7"/>
          <p:cNvSpPr txBox="1"/>
          <p:nvPr>
            <p:ph type="title"/>
          </p:nvPr>
        </p:nvSpPr>
        <p:spPr>
          <a:xfrm>
            <a:off x="620775" y="258750"/>
            <a:ext cx="77478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  <p:sp>
        <p:nvSpPr>
          <p:cNvPr id="149" name="Google Shape;149;p27"/>
          <p:cNvSpPr txBox="1"/>
          <p:nvPr>
            <p:ph idx="1" type="subTitle"/>
          </p:nvPr>
        </p:nvSpPr>
        <p:spPr>
          <a:xfrm>
            <a:off x="620775" y="2048375"/>
            <a:ext cx="22251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0" name="Google Shape;150;p27"/>
          <p:cNvSpPr txBox="1"/>
          <p:nvPr>
            <p:ph idx="2" type="body"/>
          </p:nvPr>
        </p:nvSpPr>
        <p:spPr>
          <a:xfrm>
            <a:off x="620775" y="2427002"/>
            <a:ext cx="22251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1" name="Google Shape;151;p27"/>
          <p:cNvSpPr txBox="1"/>
          <p:nvPr>
            <p:ph idx="3" type="subTitle"/>
          </p:nvPr>
        </p:nvSpPr>
        <p:spPr>
          <a:xfrm>
            <a:off x="3459433" y="2048375"/>
            <a:ext cx="22251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2" name="Google Shape;152;p27"/>
          <p:cNvSpPr txBox="1"/>
          <p:nvPr>
            <p:ph idx="4" type="body"/>
          </p:nvPr>
        </p:nvSpPr>
        <p:spPr>
          <a:xfrm>
            <a:off x="3459462" y="2427002"/>
            <a:ext cx="22251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3" name="Google Shape;153;p27"/>
          <p:cNvSpPr txBox="1"/>
          <p:nvPr>
            <p:ph idx="5" type="subTitle"/>
          </p:nvPr>
        </p:nvSpPr>
        <p:spPr>
          <a:xfrm>
            <a:off x="6260783" y="2048375"/>
            <a:ext cx="22251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4" name="Google Shape;154;p27"/>
          <p:cNvSpPr txBox="1"/>
          <p:nvPr>
            <p:ph idx="6" type="body"/>
          </p:nvPr>
        </p:nvSpPr>
        <p:spPr>
          <a:xfrm>
            <a:off x="6260812" y="2427002"/>
            <a:ext cx="22251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BODY_1_1_1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8"/>
          <p:cNvSpPr txBox="1"/>
          <p:nvPr>
            <p:ph type="title"/>
          </p:nvPr>
        </p:nvSpPr>
        <p:spPr>
          <a:xfrm>
            <a:off x="620775" y="258750"/>
            <a:ext cx="77478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  <p:sp>
        <p:nvSpPr>
          <p:cNvPr id="158" name="Google Shape;158;p28"/>
          <p:cNvSpPr txBox="1"/>
          <p:nvPr>
            <p:ph idx="1" type="subTitle"/>
          </p:nvPr>
        </p:nvSpPr>
        <p:spPr>
          <a:xfrm>
            <a:off x="4659198" y="1711725"/>
            <a:ext cx="29565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28"/>
          <p:cNvSpPr txBox="1"/>
          <p:nvPr>
            <p:ph idx="2" type="body"/>
          </p:nvPr>
        </p:nvSpPr>
        <p:spPr>
          <a:xfrm>
            <a:off x="4659238" y="2090352"/>
            <a:ext cx="29565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0" name="Google Shape;160;p28"/>
          <p:cNvSpPr txBox="1"/>
          <p:nvPr>
            <p:ph idx="3" type="subTitle"/>
          </p:nvPr>
        </p:nvSpPr>
        <p:spPr>
          <a:xfrm>
            <a:off x="4659182" y="3355774"/>
            <a:ext cx="29565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28"/>
          <p:cNvSpPr txBox="1"/>
          <p:nvPr>
            <p:ph idx="4" type="body"/>
          </p:nvPr>
        </p:nvSpPr>
        <p:spPr>
          <a:xfrm>
            <a:off x="4659221" y="3734401"/>
            <a:ext cx="29565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2" name="Google Shape;162;p28"/>
          <p:cNvSpPr txBox="1"/>
          <p:nvPr>
            <p:ph idx="5" type="subTitle"/>
          </p:nvPr>
        </p:nvSpPr>
        <p:spPr>
          <a:xfrm>
            <a:off x="1528262" y="3355774"/>
            <a:ext cx="29565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3" name="Google Shape;163;p28"/>
          <p:cNvSpPr txBox="1"/>
          <p:nvPr>
            <p:ph idx="6" type="body"/>
          </p:nvPr>
        </p:nvSpPr>
        <p:spPr>
          <a:xfrm>
            <a:off x="1528302" y="3734401"/>
            <a:ext cx="29565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4" name="Google Shape;164;p28"/>
          <p:cNvSpPr txBox="1"/>
          <p:nvPr>
            <p:ph idx="7" type="subTitle"/>
          </p:nvPr>
        </p:nvSpPr>
        <p:spPr>
          <a:xfrm>
            <a:off x="1528262" y="1711725"/>
            <a:ext cx="29565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5" name="Google Shape;165;p28"/>
          <p:cNvSpPr txBox="1"/>
          <p:nvPr>
            <p:ph idx="8" type="body"/>
          </p:nvPr>
        </p:nvSpPr>
        <p:spPr>
          <a:xfrm>
            <a:off x="1528302" y="2090352"/>
            <a:ext cx="29565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3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9"/>
          <p:cNvSpPr txBox="1"/>
          <p:nvPr>
            <p:ph type="title"/>
          </p:nvPr>
        </p:nvSpPr>
        <p:spPr>
          <a:xfrm>
            <a:off x="620775" y="258750"/>
            <a:ext cx="31926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4463500" y="571500"/>
            <a:ext cx="44538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0" name="Google Shape;170;p29"/>
          <p:cNvSpPr/>
          <p:nvPr>
            <p:ph idx="2" type="pic"/>
          </p:nvPr>
        </p:nvSpPr>
        <p:spPr>
          <a:xfrm>
            <a:off x="4463600" y="1389400"/>
            <a:ext cx="4453800" cy="2325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and description" type="twoColTx">
  <p:cSld name="TITLE_AND_TWO_COLUMNS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620775" y="1469575"/>
            <a:ext cx="350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3" name="Google Shape;173;p30"/>
          <p:cNvSpPr txBox="1"/>
          <p:nvPr>
            <p:ph idx="2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74" name="Google Shape;174;p30"/>
          <p:cNvSpPr txBox="1"/>
          <p:nvPr>
            <p:ph idx="3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75" name="Google Shape;175;p30"/>
          <p:cNvSpPr txBox="1"/>
          <p:nvPr>
            <p:ph idx="4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76" name="Google Shape;176;p30"/>
          <p:cNvSpPr txBox="1"/>
          <p:nvPr>
            <p:ph idx="5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77" name="Google Shape;177;p30"/>
          <p:cNvSpPr txBox="1"/>
          <p:nvPr>
            <p:ph idx="6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78" name="Google Shape;178;p30"/>
          <p:cNvSpPr txBox="1"/>
          <p:nvPr>
            <p:ph idx="7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79" name="Google Shape;179;p30"/>
          <p:cNvSpPr txBox="1"/>
          <p:nvPr>
            <p:ph idx="8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180" name="Google Shape;180;p30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30"/>
          <p:cNvSpPr txBox="1"/>
          <p:nvPr>
            <p:ph type="title"/>
          </p:nvPr>
        </p:nvSpPr>
        <p:spPr>
          <a:xfrm>
            <a:off x="620775" y="258750"/>
            <a:ext cx="35082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9pPr>
          </a:lstStyle>
          <a:p/>
        </p:txBody>
      </p:sp>
      <p:sp>
        <p:nvSpPr>
          <p:cNvPr id="182" name="Google Shape;182;p30"/>
          <p:cNvSpPr/>
          <p:nvPr>
            <p:ph idx="9" type="pic"/>
          </p:nvPr>
        </p:nvSpPr>
        <p:spPr>
          <a:xfrm>
            <a:off x="6796700" y="0"/>
            <a:ext cx="2347200" cy="273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30"/>
          <p:cNvSpPr/>
          <p:nvPr>
            <p:ph idx="13" type="pic"/>
          </p:nvPr>
        </p:nvSpPr>
        <p:spPr>
          <a:xfrm>
            <a:off x="4434825" y="2753975"/>
            <a:ext cx="4709100" cy="2389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30"/>
          <p:cNvSpPr/>
          <p:nvPr>
            <p:ph idx="14" type="pic"/>
          </p:nvPr>
        </p:nvSpPr>
        <p:spPr>
          <a:xfrm>
            <a:off x="4434825" y="0"/>
            <a:ext cx="2347200" cy="273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Image grid" type="titleOnly">
  <p:cSld name="TITLE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/>
          <p:nvPr>
            <p:ph idx="2" type="pic"/>
          </p:nvPr>
        </p:nvSpPr>
        <p:spPr>
          <a:xfrm>
            <a:off x="6796700" y="0"/>
            <a:ext cx="2347200" cy="273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31"/>
          <p:cNvSpPr/>
          <p:nvPr>
            <p:ph idx="3" type="pic"/>
          </p:nvPr>
        </p:nvSpPr>
        <p:spPr>
          <a:xfrm>
            <a:off x="0" y="0"/>
            <a:ext cx="4419900" cy="2055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1"/>
          <p:cNvSpPr/>
          <p:nvPr>
            <p:ph idx="4" type="pic"/>
          </p:nvPr>
        </p:nvSpPr>
        <p:spPr>
          <a:xfrm>
            <a:off x="125" y="2068800"/>
            <a:ext cx="2209800" cy="3075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31"/>
          <p:cNvSpPr/>
          <p:nvPr>
            <p:ph idx="5" type="pic"/>
          </p:nvPr>
        </p:nvSpPr>
        <p:spPr>
          <a:xfrm>
            <a:off x="4434825" y="2753975"/>
            <a:ext cx="4709100" cy="2389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31"/>
          <p:cNvSpPr/>
          <p:nvPr>
            <p:ph idx="6" type="pic"/>
          </p:nvPr>
        </p:nvSpPr>
        <p:spPr>
          <a:xfrm>
            <a:off x="2225125" y="2068800"/>
            <a:ext cx="2194500" cy="3075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31"/>
          <p:cNvSpPr/>
          <p:nvPr>
            <p:ph idx="7" type="pic"/>
          </p:nvPr>
        </p:nvSpPr>
        <p:spPr>
          <a:xfrm>
            <a:off x="4434825" y="0"/>
            <a:ext cx="2347200" cy="273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31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6" name="Google Shape;19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0" name="Google Shape;200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1" name="Google Shape;201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" name="Google Shape;212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image grid">
  <p:cSld name="TITLE_ONLY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/>
          <p:nvPr>
            <p:ph idx="2" type="pic"/>
          </p:nvPr>
        </p:nvSpPr>
        <p:spPr>
          <a:xfrm>
            <a:off x="6103721" y="2093948"/>
            <a:ext cx="3040200" cy="1742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35"/>
          <p:cNvSpPr txBox="1"/>
          <p:nvPr>
            <p:ph idx="12" type="sldNum"/>
          </p:nvPr>
        </p:nvSpPr>
        <p:spPr>
          <a:xfrm>
            <a:off x="8384668" y="298557"/>
            <a:ext cx="497700" cy="45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35"/>
          <p:cNvSpPr/>
          <p:nvPr>
            <p:ph idx="3" type="pic"/>
          </p:nvPr>
        </p:nvSpPr>
        <p:spPr>
          <a:xfrm>
            <a:off x="0" y="3850725"/>
            <a:ext cx="9144000" cy="1292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35"/>
          <p:cNvSpPr/>
          <p:nvPr>
            <p:ph idx="4" type="pic"/>
          </p:nvPr>
        </p:nvSpPr>
        <p:spPr>
          <a:xfrm>
            <a:off x="-100" y="2091500"/>
            <a:ext cx="3040200" cy="1742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5"/>
          <p:cNvSpPr/>
          <p:nvPr>
            <p:ph idx="5" type="pic"/>
          </p:nvPr>
        </p:nvSpPr>
        <p:spPr>
          <a:xfrm>
            <a:off x="3051809" y="2091500"/>
            <a:ext cx="3040200" cy="1742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35"/>
          <p:cNvSpPr/>
          <p:nvPr>
            <p:ph idx="6" type="pic"/>
          </p:nvPr>
        </p:nvSpPr>
        <p:spPr>
          <a:xfrm>
            <a:off x="7628550" y="963587"/>
            <a:ext cx="1515300" cy="1110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35"/>
          <p:cNvSpPr/>
          <p:nvPr>
            <p:ph idx="7" type="pic"/>
          </p:nvPr>
        </p:nvSpPr>
        <p:spPr>
          <a:xfrm>
            <a:off x="0" y="962225"/>
            <a:ext cx="1515300" cy="1110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35"/>
          <p:cNvSpPr/>
          <p:nvPr>
            <p:ph idx="8" type="pic"/>
          </p:nvPr>
        </p:nvSpPr>
        <p:spPr>
          <a:xfrm>
            <a:off x="1524817" y="962225"/>
            <a:ext cx="1515300" cy="1110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35"/>
          <p:cNvSpPr/>
          <p:nvPr>
            <p:ph idx="9" type="pic"/>
          </p:nvPr>
        </p:nvSpPr>
        <p:spPr>
          <a:xfrm>
            <a:off x="3051906" y="962225"/>
            <a:ext cx="1515300" cy="1110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35"/>
          <p:cNvSpPr/>
          <p:nvPr>
            <p:ph idx="13" type="pic"/>
          </p:nvPr>
        </p:nvSpPr>
        <p:spPr>
          <a:xfrm>
            <a:off x="4576723" y="962225"/>
            <a:ext cx="1515300" cy="1110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35"/>
          <p:cNvSpPr/>
          <p:nvPr>
            <p:ph idx="14" type="pic"/>
          </p:nvPr>
        </p:nvSpPr>
        <p:spPr>
          <a:xfrm>
            <a:off x="6103733" y="963587"/>
            <a:ext cx="1515300" cy="1110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35"/>
          <p:cNvSpPr txBox="1"/>
          <p:nvPr>
            <p:ph type="title"/>
          </p:nvPr>
        </p:nvSpPr>
        <p:spPr>
          <a:xfrm>
            <a:off x="620775" y="258750"/>
            <a:ext cx="7397700" cy="4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mage grid">
  <p:cSld name="TITLE_ONLY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/>
          <p:nvPr>
            <p:ph idx="2" type="pic"/>
          </p:nvPr>
        </p:nvSpPr>
        <p:spPr>
          <a:xfrm>
            <a:off x="4434825" y="0"/>
            <a:ext cx="4709100" cy="2389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36"/>
          <p:cNvSpPr/>
          <p:nvPr>
            <p:ph idx="3" type="pic"/>
          </p:nvPr>
        </p:nvSpPr>
        <p:spPr>
          <a:xfrm>
            <a:off x="0" y="0"/>
            <a:ext cx="4419900" cy="514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36"/>
          <p:cNvSpPr/>
          <p:nvPr>
            <p:ph idx="4" type="pic"/>
          </p:nvPr>
        </p:nvSpPr>
        <p:spPr>
          <a:xfrm>
            <a:off x="4434825" y="2403900"/>
            <a:ext cx="2347200" cy="273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36"/>
          <p:cNvSpPr/>
          <p:nvPr>
            <p:ph idx="5" type="pic"/>
          </p:nvPr>
        </p:nvSpPr>
        <p:spPr>
          <a:xfrm>
            <a:off x="6796700" y="2403900"/>
            <a:ext cx="2347200" cy="273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ONLY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37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with annotations">
  <p:cSld name="ONE_COLUMN_TEX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8"/>
          <p:cNvSpPr txBox="1"/>
          <p:nvPr>
            <p:ph idx="1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40" name="Google Shape;240;p38"/>
          <p:cNvSpPr txBox="1"/>
          <p:nvPr>
            <p:ph idx="2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41" name="Google Shape;241;p38"/>
          <p:cNvSpPr txBox="1"/>
          <p:nvPr>
            <p:ph idx="3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42" name="Google Shape;242;p38"/>
          <p:cNvSpPr txBox="1"/>
          <p:nvPr>
            <p:ph idx="4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43" name="Google Shape;243;p38"/>
          <p:cNvSpPr txBox="1"/>
          <p:nvPr>
            <p:ph idx="5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44" name="Google Shape;244;p38"/>
          <p:cNvSpPr txBox="1"/>
          <p:nvPr>
            <p:ph idx="6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45" name="Google Shape;245;p38"/>
          <p:cNvSpPr txBox="1"/>
          <p:nvPr>
            <p:ph idx="7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46" name="Google Shape;246;p38"/>
          <p:cNvSpPr txBox="1"/>
          <p:nvPr>
            <p:ph idx="8" type="subTitle"/>
          </p:nvPr>
        </p:nvSpPr>
        <p:spPr>
          <a:xfrm>
            <a:off x="660210" y="1243507"/>
            <a:ext cx="26802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7" name="Google Shape;247;p38"/>
          <p:cNvSpPr txBox="1"/>
          <p:nvPr>
            <p:ph idx="9" type="body"/>
          </p:nvPr>
        </p:nvSpPr>
        <p:spPr>
          <a:xfrm>
            <a:off x="660200" y="1622126"/>
            <a:ext cx="26802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8" name="Google Shape;248;p38"/>
          <p:cNvSpPr txBox="1"/>
          <p:nvPr>
            <p:ph idx="13" type="subTitle"/>
          </p:nvPr>
        </p:nvSpPr>
        <p:spPr>
          <a:xfrm>
            <a:off x="3429035" y="1243507"/>
            <a:ext cx="26802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9" name="Google Shape;249;p38"/>
          <p:cNvSpPr txBox="1"/>
          <p:nvPr>
            <p:ph idx="14" type="body"/>
          </p:nvPr>
        </p:nvSpPr>
        <p:spPr>
          <a:xfrm>
            <a:off x="3429025" y="1622126"/>
            <a:ext cx="26802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0" name="Google Shape;250;p38"/>
          <p:cNvSpPr txBox="1"/>
          <p:nvPr>
            <p:ph idx="15" type="subTitle"/>
          </p:nvPr>
        </p:nvSpPr>
        <p:spPr>
          <a:xfrm>
            <a:off x="6197860" y="1243507"/>
            <a:ext cx="26802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51" name="Google Shape;251;p38"/>
          <p:cNvSpPr txBox="1"/>
          <p:nvPr>
            <p:ph idx="16" type="body"/>
          </p:nvPr>
        </p:nvSpPr>
        <p:spPr>
          <a:xfrm>
            <a:off x="6197850" y="1622126"/>
            <a:ext cx="26802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2" name="Google Shape;252;p38"/>
          <p:cNvSpPr/>
          <p:nvPr>
            <p:ph idx="17" type="pic"/>
          </p:nvPr>
        </p:nvSpPr>
        <p:spPr>
          <a:xfrm>
            <a:off x="742410" y="2452133"/>
            <a:ext cx="2515800" cy="2515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3" name="Google Shape;253;p38"/>
          <p:cNvSpPr/>
          <p:nvPr>
            <p:ph idx="18" type="pic"/>
          </p:nvPr>
        </p:nvSpPr>
        <p:spPr>
          <a:xfrm>
            <a:off x="3511235" y="2452133"/>
            <a:ext cx="2515800" cy="2515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38"/>
          <p:cNvSpPr/>
          <p:nvPr>
            <p:ph idx="19" type="pic"/>
          </p:nvPr>
        </p:nvSpPr>
        <p:spPr>
          <a:xfrm>
            <a:off x="6280060" y="2452133"/>
            <a:ext cx="2515800" cy="2515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5" name="Google Shape;255;p38"/>
          <p:cNvSpPr txBox="1"/>
          <p:nvPr>
            <p:ph type="title"/>
          </p:nvPr>
        </p:nvSpPr>
        <p:spPr>
          <a:xfrm>
            <a:off x="620775" y="258750"/>
            <a:ext cx="77478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ONE_COLUMN_TEXT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39"/>
          <p:cNvSpPr txBox="1"/>
          <p:nvPr>
            <p:ph idx="1" type="subTitle"/>
          </p:nvPr>
        </p:nvSpPr>
        <p:spPr>
          <a:xfrm>
            <a:off x="660210" y="1243507"/>
            <a:ext cx="26802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59" name="Google Shape;259;p39"/>
          <p:cNvSpPr txBox="1"/>
          <p:nvPr>
            <p:ph idx="2" type="body"/>
          </p:nvPr>
        </p:nvSpPr>
        <p:spPr>
          <a:xfrm>
            <a:off x="660200" y="1622126"/>
            <a:ext cx="26802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0" name="Google Shape;260;p39"/>
          <p:cNvSpPr txBox="1"/>
          <p:nvPr>
            <p:ph idx="3" type="subTitle"/>
          </p:nvPr>
        </p:nvSpPr>
        <p:spPr>
          <a:xfrm>
            <a:off x="3429035" y="1243507"/>
            <a:ext cx="26802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61" name="Google Shape;261;p39"/>
          <p:cNvSpPr txBox="1"/>
          <p:nvPr>
            <p:ph idx="4" type="body"/>
          </p:nvPr>
        </p:nvSpPr>
        <p:spPr>
          <a:xfrm>
            <a:off x="3429025" y="1622126"/>
            <a:ext cx="26802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2" name="Google Shape;262;p39"/>
          <p:cNvSpPr txBox="1"/>
          <p:nvPr>
            <p:ph idx="5" type="subTitle"/>
          </p:nvPr>
        </p:nvSpPr>
        <p:spPr>
          <a:xfrm>
            <a:off x="6197860" y="1243507"/>
            <a:ext cx="26802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63" name="Google Shape;263;p39"/>
          <p:cNvSpPr txBox="1"/>
          <p:nvPr>
            <p:ph idx="6" type="body"/>
          </p:nvPr>
        </p:nvSpPr>
        <p:spPr>
          <a:xfrm>
            <a:off x="6197850" y="1622126"/>
            <a:ext cx="26802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4" name="Google Shape;264;p39"/>
          <p:cNvSpPr/>
          <p:nvPr>
            <p:ph idx="7" type="pic"/>
          </p:nvPr>
        </p:nvSpPr>
        <p:spPr>
          <a:xfrm>
            <a:off x="742410" y="2452133"/>
            <a:ext cx="2515800" cy="2515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5" name="Google Shape;265;p39"/>
          <p:cNvSpPr/>
          <p:nvPr>
            <p:ph idx="8" type="pic"/>
          </p:nvPr>
        </p:nvSpPr>
        <p:spPr>
          <a:xfrm>
            <a:off x="3511235" y="2452133"/>
            <a:ext cx="2515800" cy="2515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6" name="Google Shape;266;p39"/>
          <p:cNvSpPr/>
          <p:nvPr>
            <p:ph idx="9" type="pic"/>
          </p:nvPr>
        </p:nvSpPr>
        <p:spPr>
          <a:xfrm>
            <a:off x="6280060" y="2452133"/>
            <a:ext cx="2515800" cy="2515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7" name="Google Shape;267;p39"/>
          <p:cNvSpPr txBox="1"/>
          <p:nvPr>
            <p:ph type="title"/>
          </p:nvPr>
        </p:nvSpPr>
        <p:spPr>
          <a:xfrm>
            <a:off x="620775" y="258750"/>
            <a:ext cx="77478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ONE_COLUMN_TEXT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title"/>
          </p:nvPr>
        </p:nvSpPr>
        <p:spPr>
          <a:xfrm>
            <a:off x="620775" y="258750"/>
            <a:ext cx="77478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  <p:sp>
        <p:nvSpPr>
          <p:cNvPr id="270" name="Google Shape;270;p40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1567673" y="1622126"/>
            <a:ext cx="26802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72" name="Google Shape;272;p40"/>
          <p:cNvSpPr txBox="1"/>
          <p:nvPr>
            <p:ph idx="2" type="subTitle"/>
          </p:nvPr>
        </p:nvSpPr>
        <p:spPr>
          <a:xfrm>
            <a:off x="4650510" y="1243507"/>
            <a:ext cx="26802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73" name="Google Shape;273;p40"/>
          <p:cNvSpPr txBox="1"/>
          <p:nvPr>
            <p:ph idx="3" type="body"/>
          </p:nvPr>
        </p:nvSpPr>
        <p:spPr>
          <a:xfrm>
            <a:off x="4650500" y="1622126"/>
            <a:ext cx="26802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74" name="Google Shape;274;p40"/>
          <p:cNvSpPr/>
          <p:nvPr>
            <p:ph idx="4" type="pic"/>
          </p:nvPr>
        </p:nvSpPr>
        <p:spPr>
          <a:xfrm>
            <a:off x="1610438" y="2452133"/>
            <a:ext cx="2515800" cy="2515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75" name="Google Shape;275;p40"/>
          <p:cNvSpPr/>
          <p:nvPr>
            <p:ph idx="5" type="pic"/>
          </p:nvPr>
        </p:nvSpPr>
        <p:spPr>
          <a:xfrm>
            <a:off x="4732710" y="2452133"/>
            <a:ext cx="2515800" cy="2515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76" name="Google Shape;276;p40"/>
          <p:cNvSpPr txBox="1"/>
          <p:nvPr>
            <p:ph idx="6" type="subTitle"/>
          </p:nvPr>
        </p:nvSpPr>
        <p:spPr>
          <a:xfrm>
            <a:off x="1567672" y="1243507"/>
            <a:ext cx="26802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out 1">
  <p:cSld name="MAIN_POINT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1"/>
          <p:cNvSpPr txBox="1"/>
          <p:nvPr>
            <p:ph idx="1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80" name="Google Shape;280;p41"/>
          <p:cNvSpPr txBox="1"/>
          <p:nvPr>
            <p:ph idx="2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81" name="Google Shape;281;p41"/>
          <p:cNvSpPr txBox="1"/>
          <p:nvPr>
            <p:ph idx="3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82" name="Google Shape;282;p41"/>
          <p:cNvSpPr txBox="1"/>
          <p:nvPr>
            <p:ph idx="4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83" name="Google Shape;283;p41"/>
          <p:cNvSpPr txBox="1"/>
          <p:nvPr>
            <p:ph idx="5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84" name="Google Shape;284;p41"/>
          <p:cNvSpPr txBox="1"/>
          <p:nvPr>
            <p:ph idx="6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85" name="Google Shape;285;p41"/>
          <p:cNvSpPr txBox="1"/>
          <p:nvPr>
            <p:ph idx="7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86" name="Google Shape;286;p41"/>
          <p:cNvSpPr txBox="1"/>
          <p:nvPr>
            <p:ph type="title"/>
          </p:nvPr>
        </p:nvSpPr>
        <p:spPr>
          <a:xfrm>
            <a:off x="620775" y="258750"/>
            <a:ext cx="31926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  <p:sp>
        <p:nvSpPr>
          <p:cNvPr id="287" name="Google Shape;287;p41"/>
          <p:cNvSpPr txBox="1"/>
          <p:nvPr>
            <p:ph idx="8" type="subTitle"/>
          </p:nvPr>
        </p:nvSpPr>
        <p:spPr>
          <a:xfrm>
            <a:off x="4374925" y="514350"/>
            <a:ext cx="19608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8" name="Google Shape;288;p41"/>
          <p:cNvSpPr txBox="1"/>
          <p:nvPr>
            <p:ph idx="9" type="body"/>
          </p:nvPr>
        </p:nvSpPr>
        <p:spPr>
          <a:xfrm>
            <a:off x="6335800" y="571500"/>
            <a:ext cx="25815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9" name="Google Shape;289;p41"/>
          <p:cNvSpPr/>
          <p:nvPr>
            <p:ph idx="13" type="pic"/>
          </p:nvPr>
        </p:nvSpPr>
        <p:spPr>
          <a:xfrm>
            <a:off x="4463600" y="1389400"/>
            <a:ext cx="4453800" cy="23253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41"/>
          <p:cNvSpPr txBox="1"/>
          <p:nvPr>
            <p:ph idx="14" type="subTitle"/>
          </p:nvPr>
        </p:nvSpPr>
        <p:spPr>
          <a:xfrm>
            <a:off x="4374925" y="3825950"/>
            <a:ext cx="19608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1" name="Google Shape;291;p41"/>
          <p:cNvSpPr txBox="1"/>
          <p:nvPr>
            <p:ph idx="15" type="subTitle"/>
          </p:nvPr>
        </p:nvSpPr>
        <p:spPr>
          <a:xfrm>
            <a:off x="4374925" y="4264800"/>
            <a:ext cx="19608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out 2">
  <p:cSld name="MAIN_POINT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42"/>
          <p:cNvSpPr txBox="1"/>
          <p:nvPr>
            <p:ph idx="1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95" name="Google Shape;295;p42"/>
          <p:cNvSpPr txBox="1"/>
          <p:nvPr>
            <p:ph idx="2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96" name="Google Shape;296;p42"/>
          <p:cNvSpPr txBox="1"/>
          <p:nvPr>
            <p:ph idx="3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97" name="Google Shape;297;p42"/>
          <p:cNvSpPr txBox="1"/>
          <p:nvPr>
            <p:ph idx="4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98" name="Google Shape;298;p42"/>
          <p:cNvSpPr txBox="1"/>
          <p:nvPr>
            <p:ph idx="5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99" name="Google Shape;299;p42"/>
          <p:cNvSpPr txBox="1"/>
          <p:nvPr>
            <p:ph idx="6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00" name="Google Shape;300;p42"/>
          <p:cNvSpPr txBox="1"/>
          <p:nvPr>
            <p:ph idx="7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01" name="Google Shape;301;p42"/>
          <p:cNvSpPr txBox="1"/>
          <p:nvPr>
            <p:ph type="title"/>
          </p:nvPr>
        </p:nvSpPr>
        <p:spPr>
          <a:xfrm>
            <a:off x="620775" y="258750"/>
            <a:ext cx="31926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  <p:sp>
        <p:nvSpPr>
          <p:cNvPr id="302" name="Google Shape;302;p42"/>
          <p:cNvSpPr txBox="1"/>
          <p:nvPr>
            <p:ph idx="8" type="subTitle"/>
          </p:nvPr>
        </p:nvSpPr>
        <p:spPr>
          <a:xfrm>
            <a:off x="4374925" y="514350"/>
            <a:ext cx="19608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3" name="Google Shape;303;p42"/>
          <p:cNvSpPr/>
          <p:nvPr>
            <p:ph idx="9" type="pic"/>
          </p:nvPr>
        </p:nvSpPr>
        <p:spPr>
          <a:xfrm>
            <a:off x="4463500" y="1824725"/>
            <a:ext cx="4453800" cy="23253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42"/>
          <p:cNvSpPr txBox="1"/>
          <p:nvPr>
            <p:ph idx="13" type="subTitle"/>
          </p:nvPr>
        </p:nvSpPr>
        <p:spPr>
          <a:xfrm>
            <a:off x="4374925" y="973000"/>
            <a:ext cx="19608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5" name="Google Shape;305;p42"/>
          <p:cNvSpPr txBox="1"/>
          <p:nvPr>
            <p:ph idx="14" type="body"/>
          </p:nvPr>
        </p:nvSpPr>
        <p:spPr>
          <a:xfrm>
            <a:off x="6335800" y="1030150"/>
            <a:ext cx="25815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06" name="Google Shape;306;p42"/>
          <p:cNvSpPr txBox="1"/>
          <p:nvPr>
            <p:ph idx="15" type="subTitle"/>
          </p:nvPr>
        </p:nvSpPr>
        <p:spPr>
          <a:xfrm>
            <a:off x="4374925" y="4264800"/>
            <a:ext cx="19608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out 3">
  <p:cSld name="MAIN_POINT_1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43"/>
          <p:cNvSpPr txBox="1"/>
          <p:nvPr>
            <p:ph idx="1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10" name="Google Shape;310;p43"/>
          <p:cNvSpPr txBox="1"/>
          <p:nvPr>
            <p:ph idx="2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11" name="Google Shape;311;p43"/>
          <p:cNvSpPr txBox="1"/>
          <p:nvPr>
            <p:ph idx="3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12" name="Google Shape;312;p43"/>
          <p:cNvSpPr txBox="1"/>
          <p:nvPr>
            <p:ph idx="4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13" name="Google Shape;313;p43"/>
          <p:cNvSpPr txBox="1"/>
          <p:nvPr>
            <p:ph idx="5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14" name="Google Shape;314;p43"/>
          <p:cNvSpPr txBox="1"/>
          <p:nvPr>
            <p:ph idx="6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15" name="Google Shape;315;p43"/>
          <p:cNvSpPr txBox="1"/>
          <p:nvPr>
            <p:ph idx="7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16" name="Google Shape;316;p43"/>
          <p:cNvSpPr txBox="1"/>
          <p:nvPr>
            <p:ph type="title"/>
          </p:nvPr>
        </p:nvSpPr>
        <p:spPr>
          <a:xfrm>
            <a:off x="620775" y="258750"/>
            <a:ext cx="31926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  <p:sp>
        <p:nvSpPr>
          <p:cNvPr id="317" name="Google Shape;317;p43"/>
          <p:cNvSpPr txBox="1"/>
          <p:nvPr>
            <p:ph idx="8" type="subTitle"/>
          </p:nvPr>
        </p:nvSpPr>
        <p:spPr>
          <a:xfrm>
            <a:off x="4374925" y="514350"/>
            <a:ext cx="19608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8" name="Google Shape;318;p43"/>
          <p:cNvSpPr/>
          <p:nvPr>
            <p:ph idx="9" type="pic"/>
          </p:nvPr>
        </p:nvSpPr>
        <p:spPr>
          <a:xfrm>
            <a:off x="4463500" y="2302922"/>
            <a:ext cx="4453800" cy="23253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3"/>
          <p:cNvSpPr txBox="1"/>
          <p:nvPr>
            <p:ph idx="13" type="subTitle"/>
          </p:nvPr>
        </p:nvSpPr>
        <p:spPr>
          <a:xfrm>
            <a:off x="4374925" y="973000"/>
            <a:ext cx="19608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0" name="Google Shape;320;p43"/>
          <p:cNvSpPr txBox="1"/>
          <p:nvPr>
            <p:ph idx="14" type="subTitle"/>
          </p:nvPr>
        </p:nvSpPr>
        <p:spPr>
          <a:xfrm>
            <a:off x="4374925" y="1431643"/>
            <a:ext cx="19608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21" name="Google Shape;321;p43"/>
          <p:cNvSpPr txBox="1"/>
          <p:nvPr>
            <p:ph idx="15" type="body"/>
          </p:nvPr>
        </p:nvSpPr>
        <p:spPr>
          <a:xfrm>
            <a:off x="6335800" y="1488793"/>
            <a:ext cx="25815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annotations">
  <p:cSld name="CAPTION_ONLY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44"/>
          <p:cNvSpPr txBox="1"/>
          <p:nvPr>
            <p:ph idx="1" type="body"/>
          </p:nvPr>
        </p:nvSpPr>
        <p:spPr>
          <a:xfrm>
            <a:off x="620775" y="982825"/>
            <a:ext cx="3192600" cy="17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25" name="Google Shape;325;p44"/>
          <p:cNvSpPr txBox="1"/>
          <p:nvPr>
            <p:ph idx="2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26" name="Google Shape;326;p44"/>
          <p:cNvSpPr txBox="1"/>
          <p:nvPr>
            <p:ph idx="3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27" name="Google Shape;327;p44"/>
          <p:cNvSpPr txBox="1"/>
          <p:nvPr>
            <p:ph idx="4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28" name="Google Shape;328;p44"/>
          <p:cNvSpPr txBox="1"/>
          <p:nvPr>
            <p:ph idx="5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29" name="Google Shape;329;p44"/>
          <p:cNvSpPr txBox="1"/>
          <p:nvPr>
            <p:ph idx="6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30" name="Google Shape;330;p44"/>
          <p:cNvSpPr txBox="1"/>
          <p:nvPr>
            <p:ph idx="7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31" name="Google Shape;331;p44"/>
          <p:cNvSpPr txBox="1"/>
          <p:nvPr>
            <p:ph idx="8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32" name="Google Shape;332;p44"/>
          <p:cNvSpPr txBox="1"/>
          <p:nvPr>
            <p:ph type="title"/>
          </p:nvPr>
        </p:nvSpPr>
        <p:spPr>
          <a:xfrm>
            <a:off x="620775" y="258750"/>
            <a:ext cx="31926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APTION_ONLY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5"/>
          <p:cNvSpPr txBox="1"/>
          <p:nvPr>
            <p:ph type="title"/>
          </p:nvPr>
        </p:nvSpPr>
        <p:spPr>
          <a:xfrm>
            <a:off x="620775" y="1296813"/>
            <a:ext cx="3869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oppins"/>
              <a:buNone/>
              <a:defRPr sz="5000"/>
            </a:lvl9pPr>
          </a:lstStyle>
          <a:p/>
        </p:txBody>
      </p:sp>
      <p:sp>
        <p:nvSpPr>
          <p:cNvPr id="335" name="Google Shape;335;p45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5"/>
          <p:cNvSpPr txBox="1"/>
          <p:nvPr>
            <p:ph idx="1" type="subTitle"/>
          </p:nvPr>
        </p:nvSpPr>
        <p:spPr>
          <a:xfrm>
            <a:off x="660210" y="2662569"/>
            <a:ext cx="26802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37" name="Google Shape;337;p45"/>
          <p:cNvSpPr txBox="1"/>
          <p:nvPr>
            <p:ph idx="2" type="body"/>
          </p:nvPr>
        </p:nvSpPr>
        <p:spPr>
          <a:xfrm>
            <a:off x="660200" y="3041189"/>
            <a:ext cx="26802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6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6"/>
          <p:cNvSpPr txBox="1"/>
          <p:nvPr>
            <p:ph idx="1" type="body"/>
          </p:nvPr>
        </p:nvSpPr>
        <p:spPr>
          <a:xfrm>
            <a:off x="2286024" y="258750"/>
            <a:ext cx="30561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■"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■"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■"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1" name="Google Shape;341;p46"/>
          <p:cNvSpPr txBox="1"/>
          <p:nvPr>
            <p:ph type="title"/>
          </p:nvPr>
        </p:nvSpPr>
        <p:spPr>
          <a:xfrm>
            <a:off x="264324" y="258750"/>
            <a:ext cx="20217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47"/>
          <p:cNvSpPr txBox="1"/>
          <p:nvPr>
            <p:ph idx="1" type="body"/>
          </p:nvPr>
        </p:nvSpPr>
        <p:spPr>
          <a:xfrm>
            <a:off x="2286024" y="258750"/>
            <a:ext cx="30561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■"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■"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■"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5" name="Google Shape;345;p47"/>
          <p:cNvSpPr txBox="1"/>
          <p:nvPr>
            <p:ph type="title"/>
          </p:nvPr>
        </p:nvSpPr>
        <p:spPr>
          <a:xfrm>
            <a:off x="264324" y="258750"/>
            <a:ext cx="20217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/>
            </a:lvl9pPr>
          </a:lstStyle>
          <a:p/>
        </p:txBody>
      </p:sp>
      <p:sp>
        <p:nvSpPr>
          <p:cNvPr id="346" name="Google Shape;346;p47"/>
          <p:cNvSpPr txBox="1"/>
          <p:nvPr>
            <p:ph idx="2" type="body"/>
          </p:nvPr>
        </p:nvSpPr>
        <p:spPr>
          <a:xfrm>
            <a:off x="5577774" y="258750"/>
            <a:ext cx="30561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■"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■"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●"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○"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Char char="■"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48"/>
          <p:cNvSpPr txBox="1"/>
          <p:nvPr>
            <p:ph type="title"/>
          </p:nvPr>
        </p:nvSpPr>
        <p:spPr>
          <a:xfrm>
            <a:off x="264326" y="398450"/>
            <a:ext cx="4828500" cy="8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cxnSp>
        <p:nvCxnSpPr>
          <p:cNvPr id="350" name="Google Shape;350;p48"/>
          <p:cNvCxnSpPr/>
          <p:nvPr/>
        </p:nvCxnSpPr>
        <p:spPr>
          <a:xfrm>
            <a:off x="300107" y="3241527"/>
            <a:ext cx="428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48"/>
          <p:cNvSpPr txBox="1"/>
          <p:nvPr>
            <p:ph idx="1" type="subTitle"/>
          </p:nvPr>
        </p:nvSpPr>
        <p:spPr>
          <a:xfrm>
            <a:off x="264325" y="2997200"/>
            <a:ext cx="18363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2" name="Google Shape;352;p48"/>
          <p:cNvSpPr txBox="1"/>
          <p:nvPr>
            <p:ph idx="2" type="subTitle"/>
          </p:nvPr>
        </p:nvSpPr>
        <p:spPr>
          <a:xfrm>
            <a:off x="2747335" y="2997200"/>
            <a:ext cx="18363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50"/>
              <a:buNone/>
              <a:defRPr b="1" sz="75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3" name="Google Shape;353;p48"/>
          <p:cNvSpPr txBox="1"/>
          <p:nvPr>
            <p:ph idx="3" type="body"/>
          </p:nvPr>
        </p:nvSpPr>
        <p:spPr>
          <a:xfrm>
            <a:off x="264325" y="3295350"/>
            <a:ext cx="4332900" cy="14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92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  <a:defRPr sz="1900">
                <a:latin typeface="Poppins"/>
                <a:ea typeface="Poppins"/>
                <a:cs typeface="Poppins"/>
                <a:sym typeface="Poppins"/>
              </a:defRPr>
            </a:lvl1pPr>
            <a:lvl2pPr indent="-3492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○"/>
              <a:defRPr sz="1900">
                <a:latin typeface="Poppins"/>
                <a:ea typeface="Poppins"/>
                <a:cs typeface="Poppins"/>
                <a:sym typeface="Poppins"/>
              </a:defRPr>
            </a:lvl2pPr>
            <a:lvl3pPr indent="-3492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■"/>
              <a:defRPr sz="1900">
                <a:latin typeface="Poppins"/>
                <a:ea typeface="Poppins"/>
                <a:cs typeface="Poppins"/>
                <a:sym typeface="Poppins"/>
              </a:defRPr>
            </a:lvl3pPr>
            <a:lvl4pPr indent="-3492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  <a:defRPr sz="1900">
                <a:latin typeface="Poppins"/>
                <a:ea typeface="Poppins"/>
                <a:cs typeface="Poppins"/>
                <a:sym typeface="Poppins"/>
              </a:defRPr>
            </a:lvl4pPr>
            <a:lvl5pPr indent="-3492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○"/>
              <a:defRPr sz="1900">
                <a:latin typeface="Poppins"/>
                <a:ea typeface="Poppins"/>
                <a:cs typeface="Poppins"/>
                <a:sym typeface="Poppins"/>
              </a:defRPr>
            </a:lvl5pPr>
            <a:lvl6pPr indent="-3492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■"/>
              <a:defRPr sz="1900">
                <a:latin typeface="Poppins"/>
                <a:ea typeface="Poppins"/>
                <a:cs typeface="Poppins"/>
                <a:sym typeface="Poppins"/>
              </a:defRPr>
            </a:lvl6pPr>
            <a:lvl7pPr indent="-3492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  <a:defRPr sz="1900">
                <a:latin typeface="Poppins"/>
                <a:ea typeface="Poppins"/>
                <a:cs typeface="Poppins"/>
                <a:sym typeface="Poppins"/>
              </a:defRPr>
            </a:lvl7pPr>
            <a:lvl8pPr indent="-3492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○"/>
              <a:defRPr sz="1900">
                <a:latin typeface="Poppins"/>
                <a:ea typeface="Poppins"/>
                <a:cs typeface="Poppins"/>
                <a:sym typeface="Poppins"/>
              </a:defRPr>
            </a:lvl8pPr>
            <a:lvl9pPr indent="-3492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■"/>
              <a:defRPr sz="1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9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6" name="Google Shape;356;p49"/>
          <p:cNvCxnSpPr/>
          <p:nvPr/>
        </p:nvCxnSpPr>
        <p:spPr>
          <a:xfrm>
            <a:off x="300107" y="3241527"/>
            <a:ext cx="428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49"/>
          <p:cNvSpPr txBox="1"/>
          <p:nvPr>
            <p:ph idx="1" type="body"/>
          </p:nvPr>
        </p:nvSpPr>
        <p:spPr>
          <a:xfrm>
            <a:off x="264325" y="3295350"/>
            <a:ext cx="4332900" cy="14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92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  <a:defRPr sz="1900">
                <a:latin typeface="Poppins"/>
                <a:ea typeface="Poppins"/>
                <a:cs typeface="Poppins"/>
                <a:sym typeface="Poppins"/>
              </a:defRPr>
            </a:lvl1pPr>
            <a:lvl2pPr indent="-3492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○"/>
              <a:defRPr sz="1900">
                <a:latin typeface="Poppins"/>
                <a:ea typeface="Poppins"/>
                <a:cs typeface="Poppins"/>
                <a:sym typeface="Poppins"/>
              </a:defRPr>
            </a:lvl2pPr>
            <a:lvl3pPr indent="-3492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■"/>
              <a:defRPr sz="1900">
                <a:latin typeface="Poppins"/>
                <a:ea typeface="Poppins"/>
                <a:cs typeface="Poppins"/>
                <a:sym typeface="Poppins"/>
              </a:defRPr>
            </a:lvl3pPr>
            <a:lvl4pPr indent="-3492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  <a:defRPr sz="1900">
                <a:latin typeface="Poppins"/>
                <a:ea typeface="Poppins"/>
                <a:cs typeface="Poppins"/>
                <a:sym typeface="Poppins"/>
              </a:defRPr>
            </a:lvl4pPr>
            <a:lvl5pPr indent="-3492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○"/>
              <a:defRPr sz="1900">
                <a:latin typeface="Poppins"/>
                <a:ea typeface="Poppins"/>
                <a:cs typeface="Poppins"/>
                <a:sym typeface="Poppins"/>
              </a:defRPr>
            </a:lvl5pPr>
            <a:lvl6pPr indent="-3492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■"/>
              <a:defRPr sz="1900">
                <a:latin typeface="Poppins"/>
                <a:ea typeface="Poppins"/>
                <a:cs typeface="Poppins"/>
                <a:sym typeface="Poppins"/>
              </a:defRPr>
            </a:lvl6pPr>
            <a:lvl7pPr indent="-3492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  <a:defRPr sz="1900">
                <a:latin typeface="Poppins"/>
                <a:ea typeface="Poppins"/>
                <a:cs typeface="Poppins"/>
                <a:sym typeface="Poppins"/>
              </a:defRPr>
            </a:lvl7pPr>
            <a:lvl8pPr indent="-3492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○"/>
              <a:defRPr sz="1900">
                <a:latin typeface="Poppins"/>
                <a:ea typeface="Poppins"/>
                <a:cs typeface="Poppins"/>
                <a:sym typeface="Poppins"/>
              </a:defRPr>
            </a:lvl8pPr>
            <a:lvl9pPr indent="-3492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■"/>
              <a:defRPr sz="1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0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38" Type="http://schemas.openxmlformats.org/officeDocument/2006/relationships/theme" Target="../theme/theme1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2198650"/>
            <a:ext cx="8520600" cy="23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●"/>
              <a:def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○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■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●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○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■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●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○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■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75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r">
              <a:buNone/>
              <a:defRPr b="1" sz="75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r">
              <a:buNone/>
              <a:defRPr b="1" sz="75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r">
              <a:buNone/>
              <a:defRPr b="1" sz="75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r">
              <a:buNone/>
              <a:defRPr b="1" sz="75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r">
              <a:buNone/>
              <a:defRPr b="1" sz="75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r">
              <a:buNone/>
              <a:defRPr b="1" sz="75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r">
              <a:buNone/>
              <a:defRPr b="1" sz="75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r">
              <a:buNone/>
              <a:defRPr b="1" sz="75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80">
          <p15:clr>
            <a:srgbClr val="E46962"/>
          </p15:clr>
        </p15:guide>
        <p15:guide id="2" pos="5680">
          <p15:clr>
            <a:srgbClr val="E46962"/>
          </p15:clr>
        </p15:guide>
        <p15:guide id="3" orient="horz" pos="80">
          <p15:clr>
            <a:srgbClr val="E46962"/>
          </p15:clr>
        </p15:guide>
        <p15:guide id="4" orient="horz" pos="316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aggle.com/datasets/rohitsahoo/sales-forecasting/data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Relationship Id="rId4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0600" l="0" r="0" t="30596"/>
          <a:stretch/>
        </p:blipFill>
        <p:spPr>
          <a:xfrm>
            <a:off x="0" y="0"/>
            <a:ext cx="9144003" cy="2364900"/>
          </a:xfrm>
          <a:prstGeom prst="rect">
            <a:avLst/>
          </a:prstGeom>
        </p:spPr>
      </p:pic>
      <p:sp>
        <p:nvSpPr>
          <p:cNvPr id="365" name="Google Shape;365;p51"/>
          <p:cNvSpPr txBox="1"/>
          <p:nvPr>
            <p:ph type="title"/>
          </p:nvPr>
        </p:nvSpPr>
        <p:spPr>
          <a:xfrm>
            <a:off x="19800" y="2892325"/>
            <a:ext cx="91044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Functional Data Analysis on Monthly Sales</a:t>
            </a:r>
            <a:endParaRPr sz="3000"/>
          </a:p>
        </p:txBody>
      </p:sp>
      <p:sp>
        <p:nvSpPr>
          <p:cNvPr id="366" name="Google Shape;366;p51"/>
          <p:cNvSpPr txBox="1"/>
          <p:nvPr>
            <p:ph idx="9" type="subTitle"/>
          </p:nvPr>
        </p:nvSpPr>
        <p:spPr>
          <a:xfrm>
            <a:off x="3289500" y="3844225"/>
            <a:ext cx="25248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Yingying Yang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 591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30,2025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51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2"/>
          <p:cNvSpPr txBox="1"/>
          <p:nvPr>
            <p:ph idx="4294967295" type="title"/>
          </p:nvPr>
        </p:nvSpPr>
        <p:spPr>
          <a:xfrm>
            <a:off x="620775" y="258750"/>
            <a:ext cx="77478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Introduction</a:t>
            </a:r>
            <a:endParaRPr sz="4000"/>
          </a:p>
        </p:txBody>
      </p:sp>
      <p:sp>
        <p:nvSpPr>
          <p:cNvPr id="373" name="Google Shape;373;p52"/>
          <p:cNvSpPr txBox="1"/>
          <p:nvPr/>
        </p:nvSpPr>
        <p:spPr>
          <a:xfrm>
            <a:off x="620100" y="1111000"/>
            <a:ext cx="7903800" cy="3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Objective</a:t>
            </a:r>
            <a:r>
              <a:rPr lang="en"/>
              <a:t>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and understand temporal sales patterns across different U.S. regions and states using Functional Data Analysis (FDA) techniques.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Goals</a:t>
            </a:r>
            <a:r>
              <a:rPr lang="en"/>
              <a:t>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Transform sales time series data into smooth functional representations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Apply B-spline smoothing to monthly sales curves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Perform Functional Principal Component Analysis (FPCA) to extract key variation modes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clustering methods to group states with similar sales trajectories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</a:t>
            </a:r>
            <a:r>
              <a:rPr b="1" lang="en"/>
              <a:t>Source</a:t>
            </a:r>
            <a:r>
              <a:rPr lang="en"/>
              <a:t>: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https://www.kaggle.com/datasets/rohitsahoo/sales-forecasting/data</a:t>
            </a:r>
            <a:r>
              <a:rPr lang="en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Superstore Sales dataset from Kaggle, containing: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Order dates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Sales amounts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Region and state information</a:t>
            </a:r>
            <a:endParaRPr/>
          </a:p>
        </p:txBody>
      </p:sp>
      <p:sp>
        <p:nvSpPr>
          <p:cNvPr id="374" name="Google Shape;374;p52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3"/>
          <p:cNvSpPr txBox="1"/>
          <p:nvPr>
            <p:ph idx="4294967295" type="title"/>
          </p:nvPr>
        </p:nvSpPr>
        <p:spPr>
          <a:xfrm>
            <a:off x="620775" y="258750"/>
            <a:ext cx="77478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Original Dataset</a:t>
            </a:r>
            <a:endParaRPr sz="4000"/>
          </a:p>
        </p:txBody>
      </p:sp>
      <p:sp>
        <p:nvSpPr>
          <p:cNvPr id="380" name="Google Shape;380;p53"/>
          <p:cNvSpPr txBox="1"/>
          <p:nvPr/>
        </p:nvSpPr>
        <p:spPr>
          <a:xfrm>
            <a:off x="620100" y="1111000"/>
            <a:ext cx="79038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number of orders: 9800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range: from </a:t>
            </a:r>
            <a:r>
              <a:rPr lang="en"/>
              <a:t>01/2015</a:t>
            </a:r>
            <a:r>
              <a:rPr lang="en"/>
              <a:t> to </a:t>
            </a:r>
            <a:r>
              <a:rPr lang="en"/>
              <a:t>12/2018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variables: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Date: Date of transaction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Sales: Sales amount in USD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Region: One of {Central, East, South, West}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State: U.S. state where the sale occurred</a:t>
            </a:r>
            <a:endParaRPr/>
          </a:p>
        </p:txBody>
      </p:sp>
      <p:sp>
        <p:nvSpPr>
          <p:cNvPr id="381" name="Google Shape;381;p53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2" name="Google Shape;382;p53"/>
          <p:cNvPicPr preferRelativeResize="0"/>
          <p:nvPr/>
        </p:nvPicPr>
        <p:blipFill rotWithShape="1">
          <a:blip r:embed="rId3">
            <a:alphaModFix/>
          </a:blip>
          <a:srcRect b="30167" l="0" r="0" t="0"/>
          <a:stretch/>
        </p:blipFill>
        <p:spPr>
          <a:xfrm>
            <a:off x="620100" y="2998000"/>
            <a:ext cx="7903801" cy="166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4"/>
          <p:cNvSpPr txBox="1"/>
          <p:nvPr>
            <p:ph idx="4294967295" type="title"/>
          </p:nvPr>
        </p:nvSpPr>
        <p:spPr>
          <a:xfrm>
            <a:off x="620775" y="258750"/>
            <a:ext cx="77478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Data Preprocessing</a:t>
            </a:r>
            <a:endParaRPr sz="4000"/>
          </a:p>
        </p:txBody>
      </p:sp>
      <p:sp>
        <p:nvSpPr>
          <p:cNvPr id="388" name="Google Shape;388;p54"/>
          <p:cNvSpPr txBox="1"/>
          <p:nvPr/>
        </p:nvSpPr>
        <p:spPr>
          <a:xfrm>
            <a:off x="620100" y="1111000"/>
            <a:ext cx="7903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Prepared </a:t>
            </a:r>
            <a:r>
              <a:rPr b="1" lang="en"/>
              <a:t>two datasets</a:t>
            </a:r>
            <a:r>
              <a:rPr lang="en"/>
              <a:t>: one aggregated by region, the other by state.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dataset, monthly sales were </a:t>
            </a:r>
            <a:r>
              <a:rPr b="1" lang="en"/>
              <a:t>aggregated</a:t>
            </a:r>
            <a:r>
              <a:rPr lang="en"/>
              <a:t> for each region or state.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Filtered</a:t>
            </a:r>
            <a:r>
              <a:rPr lang="en"/>
              <a:t> out states with fewer than 5 months of available data to ensure reliability.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a </a:t>
            </a:r>
            <a:r>
              <a:rPr b="1" lang="en"/>
              <a:t>numeric time</a:t>
            </a:r>
            <a:r>
              <a:rPr lang="en"/>
              <a:t> variable using year and month, e.g., 2015.000, 2016.667.</a:t>
            </a:r>
            <a:endParaRPr/>
          </a:p>
        </p:txBody>
      </p:sp>
      <p:sp>
        <p:nvSpPr>
          <p:cNvPr id="389" name="Google Shape;389;p54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0" name="Google Shape;39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507" y="2367800"/>
            <a:ext cx="3295168" cy="226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175" y="2367800"/>
            <a:ext cx="3347996" cy="22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5"/>
          <p:cNvSpPr txBox="1"/>
          <p:nvPr>
            <p:ph idx="4294967295" type="title"/>
          </p:nvPr>
        </p:nvSpPr>
        <p:spPr>
          <a:xfrm>
            <a:off x="620775" y="258750"/>
            <a:ext cx="77478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Regional Sales Patterns</a:t>
            </a:r>
            <a:endParaRPr sz="4000"/>
          </a:p>
        </p:txBody>
      </p:sp>
      <p:sp>
        <p:nvSpPr>
          <p:cNvPr id="397" name="Google Shape;397;p55"/>
          <p:cNvSpPr txBox="1"/>
          <p:nvPr/>
        </p:nvSpPr>
        <p:spPr>
          <a:xfrm>
            <a:off x="620100" y="1111000"/>
            <a:ext cx="79038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data plotted over time for each of the four regions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Noticeable upward trends, especially after 2017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 regional differences in sales levels and variability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 plot of monthly sales by region</a:t>
            </a:r>
            <a:r>
              <a:rPr lang="en"/>
              <a:t> (2015–2019)</a:t>
            </a:r>
            <a:r>
              <a:rPr lang="en"/>
              <a:t>:</a:t>
            </a:r>
            <a:endParaRPr/>
          </a:p>
        </p:txBody>
      </p:sp>
      <p:sp>
        <p:nvSpPr>
          <p:cNvPr id="398" name="Google Shape;398;p55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9" name="Google Shape;39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750" y="2502400"/>
            <a:ext cx="4962525" cy="260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6"/>
          <p:cNvSpPr txBox="1"/>
          <p:nvPr>
            <p:ph idx="4294967295" type="title"/>
          </p:nvPr>
        </p:nvSpPr>
        <p:spPr>
          <a:xfrm>
            <a:off x="620775" y="258750"/>
            <a:ext cx="77478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Smoothing of Regional Sales Trends</a:t>
            </a:r>
            <a:endParaRPr sz="3300"/>
          </a:p>
        </p:txBody>
      </p:sp>
      <p:sp>
        <p:nvSpPr>
          <p:cNvPr id="405" name="Google Shape;405;p56"/>
          <p:cNvSpPr txBox="1"/>
          <p:nvPr/>
        </p:nvSpPr>
        <p:spPr>
          <a:xfrm>
            <a:off x="620100" y="1111000"/>
            <a:ext cx="79038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Applied B-spline basis smoothing to monthly sales curves for each region.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cross-validation to select the optimal number of basis functions for each region (n = 14).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Employed a regularization parameter (λ = 0.8) to control the trade-off between smoothness and fidelity.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 shows consistent seasonal and structural patterns across regions.</a:t>
            </a:r>
            <a:endParaRPr/>
          </a:p>
        </p:txBody>
      </p:sp>
      <p:sp>
        <p:nvSpPr>
          <p:cNvPr id="406" name="Google Shape;406;p56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7" name="Google Shape;40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25" y="2502400"/>
            <a:ext cx="4792468" cy="25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7"/>
          <p:cNvSpPr txBox="1"/>
          <p:nvPr>
            <p:ph idx="4294967295" type="title"/>
          </p:nvPr>
        </p:nvSpPr>
        <p:spPr>
          <a:xfrm>
            <a:off x="620775" y="258750"/>
            <a:ext cx="77478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Smoothing of Regional Sales Trends</a:t>
            </a:r>
            <a:endParaRPr sz="3300"/>
          </a:p>
        </p:txBody>
      </p:sp>
      <p:sp>
        <p:nvSpPr>
          <p:cNvPr id="413" name="Google Shape;413;p57"/>
          <p:cNvSpPr txBox="1"/>
          <p:nvPr/>
        </p:nvSpPr>
        <p:spPr>
          <a:xfrm>
            <a:off x="620100" y="1111000"/>
            <a:ext cx="79038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East and West regions show a consistent upward sales trend, especially after 2017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Central region shows moderate growth with some seasonal patterns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South remains relatively flat with lower sales overall</a:t>
            </a:r>
            <a:endParaRPr/>
          </a:p>
        </p:txBody>
      </p:sp>
      <p:sp>
        <p:nvSpPr>
          <p:cNvPr id="414" name="Google Shape;414;p57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5" name="Google Shape;41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775" y="2006800"/>
            <a:ext cx="5736945" cy="30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8"/>
          <p:cNvSpPr txBox="1"/>
          <p:nvPr>
            <p:ph idx="4294967295" type="title"/>
          </p:nvPr>
        </p:nvSpPr>
        <p:spPr>
          <a:xfrm>
            <a:off x="620775" y="258750"/>
            <a:ext cx="77478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State-Level Smoothed Sales</a:t>
            </a:r>
            <a:endParaRPr sz="4000"/>
          </a:p>
        </p:txBody>
      </p:sp>
      <p:sp>
        <p:nvSpPr>
          <p:cNvPr id="421" name="Google Shape;421;p58"/>
          <p:cNvSpPr txBox="1"/>
          <p:nvPr/>
        </p:nvSpPr>
        <p:spPr>
          <a:xfrm>
            <a:off x="620100" y="1111000"/>
            <a:ext cx="79038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Substantial variability in sales trajectories across states.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few states (e.g., California, New York) exhibit strong upward trends, suggesting robust market growth. Most states show relatively flat or mildly increasing patterns.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 structural patterns visible in higher-sales states, while others remain noisy or stagnant.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regional clusters are hinted at, motivating further functional clustering.</a:t>
            </a:r>
            <a:endParaRPr/>
          </a:p>
        </p:txBody>
      </p:sp>
      <p:sp>
        <p:nvSpPr>
          <p:cNvPr id="422" name="Google Shape;422;p58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3" name="Google Shape;42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900" y="2502400"/>
            <a:ext cx="4894674" cy="25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9"/>
          <p:cNvSpPr txBox="1"/>
          <p:nvPr>
            <p:ph idx="4294967295" type="title"/>
          </p:nvPr>
        </p:nvSpPr>
        <p:spPr>
          <a:xfrm>
            <a:off x="620775" y="258750"/>
            <a:ext cx="77478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f</a:t>
            </a:r>
            <a:r>
              <a:rPr lang="en" sz="4000"/>
              <a:t>PCA </a:t>
            </a:r>
            <a:endParaRPr sz="4000"/>
          </a:p>
        </p:txBody>
      </p:sp>
      <p:sp>
        <p:nvSpPr>
          <p:cNvPr id="429" name="Google Shape;429;p59"/>
          <p:cNvSpPr txBox="1"/>
          <p:nvPr/>
        </p:nvSpPr>
        <p:spPr>
          <a:xfrm>
            <a:off x="620100" y="1111000"/>
            <a:ext cx="7903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Applied FPCA to state-level smoothed sales curves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Used B-spline smoothing to represent each curve in a functional space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Selected 4 principal components, capturing over 95% of total variance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Reduced 49-dimensional functional curves to a 4-dimensional representation</a:t>
            </a:r>
            <a:endParaRPr/>
          </a:p>
        </p:txBody>
      </p:sp>
      <p:sp>
        <p:nvSpPr>
          <p:cNvPr id="430" name="Google Shape;430;p59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1" name="Google Shape;43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50" y="2254600"/>
            <a:ext cx="4923829" cy="258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0"/>
          <p:cNvSpPr txBox="1"/>
          <p:nvPr>
            <p:ph idx="4294967295" type="title"/>
          </p:nvPr>
        </p:nvSpPr>
        <p:spPr>
          <a:xfrm>
            <a:off x="620775" y="258750"/>
            <a:ext cx="77478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fPCA </a:t>
            </a:r>
            <a:endParaRPr sz="4000"/>
          </a:p>
        </p:txBody>
      </p:sp>
      <p:sp>
        <p:nvSpPr>
          <p:cNvPr id="437" name="Google Shape;437;p60"/>
          <p:cNvSpPr txBox="1"/>
          <p:nvPr/>
        </p:nvSpPr>
        <p:spPr>
          <a:xfrm>
            <a:off x="620100" y="1111000"/>
            <a:ext cx="79038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PC 1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Pattern: Broadly positive curve with two large humps around time points 10 and 30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Explanation: fPC1 captures the overall average sales trend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PC 2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Pattern: Oscillating curve with alternating positive and negative peaks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Explanation: fPC2 reflects seasonal or cyclical fluctuations in sales</a:t>
            </a:r>
            <a:endParaRPr/>
          </a:p>
        </p:txBody>
      </p:sp>
      <p:sp>
        <p:nvSpPr>
          <p:cNvPr id="438" name="Google Shape;438;p60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9" name="Google Shape;439;p60"/>
          <p:cNvPicPr preferRelativeResize="0"/>
          <p:nvPr/>
        </p:nvPicPr>
        <p:blipFill rotWithShape="1">
          <a:blip r:embed="rId3">
            <a:alphaModFix/>
          </a:blip>
          <a:srcRect b="47285" l="0" r="0" t="0"/>
          <a:stretch/>
        </p:blipFill>
        <p:spPr>
          <a:xfrm>
            <a:off x="793750" y="3137825"/>
            <a:ext cx="5836249" cy="16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1"/>
          <p:cNvSpPr txBox="1"/>
          <p:nvPr>
            <p:ph idx="4294967295" type="title"/>
          </p:nvPr>
        </p:nvSpPr>
        <p:spPr>
          <a:xfrm>
            <a:off x="620775" y="258750"/>
            <a:ext cx="77478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Clustering States Using fPCA</a:t>
            </a:r>
            <a:r>
              <a:rPr lang="en" sz="4000"/>
              <a:t> </a:t>
            </a:r>
            <a:endParaRPr sz="4000"/>
          </a:p>
        </p:txBody>
      </p:sp>
      <p:sp>
        <p:nvSpPr>
          <p:cNvPr id="445" name="Google Shape;445;p61"/>
          <p:cNvSpPr txBox="1"/>
          <p:nvPr/>
        </p:nvSpPr>
        <p:spPr>
          <a:xfrm>
            <a:off x="620100" y="1111000"/>
            <a:ext cx="7903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Identified distinct patterns among states based on functional features using fPCA scores.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Applied K-means clustering on the first 4 fPCA scores and selected k = 3 via the Elbow Method.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clusters clearly emerged, showing that FPCA preserves key variation while enabling effective dimensionality reduction.</a:t>
            </a:r>
            <a:endParaRPr/>
          </a:p>
        </p:txBody>
      </p:sp>
      <p:sp>
        <p:nvSpPr>
          <p:cNvPr id="446" name="Google Shape;446;p61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7" name="Google Shape;44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00" y="2254600"/>
            <a:ext cx="3466063" cy="2714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774" y="2254600"/>
            <a:ext cx="3466076" cy="27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2"/>
          <p:cNvSpPr txBox="1"/>
          <p:nvPr>
            <p:ph idx="4294967295" type="title"/>
          </p:nvPr>
        </p:nvSpPr>
        <p:spPr>
          <a:xfrm>
            <a:off x="620775" y="258750"/>
            <a:ext cx="77478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Clustering States Using fPCA </a:t>
            </a:r>
            <a:endParaRPr sz="4000"/>
          </a:p>
        </p:txBody>
      </p:sp>
      <p:sp>
        <p:nvSpPr>
          <p:cNvPr id="454" name="Google Shape;454;p62"/>
          <p:cNvSpPr txBox="1"/>
          <p:nvPr/>
        </p:nvSpPr>
        <p:spPr>
          <a:xfrm>
            <a:off x="620100" y="1111000"/>
            <a:ext cx="790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2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6" name="Google Shape;45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2075" y="1111000"/>
            <a:ext cx="1537300" cy="38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62"/>
          <p:cNvSpPr txBox="1"/>
          <p:nvPr/>
        </p:nvSpPr>
        <p:spPr>
          <a:xfrm>
            <a:off x="620100" y="1111000"/>
            <a:ext cx="4905000" cy="3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Cluster Summary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Cluster 1: 9 states (e.g., Florida, Illinois, Michigan)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Cluster 2: 2 states (California, New York)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Cluster 3: 38 states (majority of the U.S.)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Insights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Cluster 3 dominates, indicating a large group of states share similar functional profiles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Cluster 1 contains diverse states both geographically and demographically, potentially representing a unique usage or policy pattern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Cluster 2, consisting of California and New York, may reflect distinct large-state behaviors that differ significantly from the rest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3"/>
          <p:cNvSpPr txBox="1"/>
          <p:nvPr>
            <p:ph idx="12" type="sldNum"/>
          </p:nvPr>
        </p:nvSpPr>
        <p:spPr>
          <a:xfrm>
            <a:off x="8485902" y="258750"/>
            <a:ext cx="431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3" name="Google Shape;463;p63"/>
          <p:cNvSpPr txBox="1"/>
          <p:nvPr>
            <p:ph type="title"/>
          </p:nvPr>
        </p:nvSpPr>
        <p:spPr>
          <a:xfrm>
            <a:off x="251626" y="2290750"/>
            <a:ext cx="4828500" cy="8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pic>
        <p:nvPicPr>
          <p:cNvPr descr="Raised and rounded pastel multi-color tiles." id="464" name="Google Shape;464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4792" l="0" r="0" t="14799"/>
          <a:stretch/>
        </p:blipFill>
        <p:spPr>
          <a:xfrm>
            <a:off x="3939200" y="213800"/>
            <a:ext cx="5025004" cy="23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ulti-color abstract tiled design." id="465" name="Google Shape;465;p63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5021" l="0" r="0" t="15014"/>
          <a:stretch/>
        </p:blipFill>
        <p:spPr>
          <a:xfrm>
            <a:off x="3938075" y="2571750"/>
            <a:ext cx="5025004" cy="2343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4"/>
          <p:cNvSpPr txBox="1"/>
          <p:nvPr>
            <p:ph idx="1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4"/>
          <p:cNvSpPr txBox="1"/>
          <p:nvPr>
            <p:ph idx="2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4"/>
          <p:cNvSpPr txBox="1"/>
          <p:nvPr>
            <p:ph idx="3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64"/>
          <p:cNvSpPr txBox="1"/>
          <p:nvPr>
            <p:ph idx="4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4"/>
          <p:cNvSpPr txBox="1"/>
          <p:nvPr>
            <p:ph idx="5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4"/>
          <p:cNvSpPr txBox="1"/>
          <p:nvPr>
            <p:ph idx="6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64"/>
          <p:cNvSpPr txBox="1"/>
          <p:nvPr>
            <p:ph idx="7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4"/>
          <p:cNvSpPr txBox="1"/>
          <p:nvPr>
            <p:ph idx="8" type="subTitle"/>
          </p:nvPr>
        </p:nvSpPr>
        <p:spPr>
          <a:xfrm>
            <a:off x="4317185" y="258750"/>
            <a:ext cx="2832900" cy="3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64"/>
          <p:cNvSpPr txBox="1"/>
          <p:nvPr>
            <p:ph type="title"/>
          </p:nvPr>
        </p:nvSpPr>
        <p:spPr>
          <a:xfrm>
            <a:off x="5628400" y="1039100"/>
            <a:ext cx="3389400" cy="397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liverables For Existing Client #2">
  <a:themeElements>
    <a:clrScheme name="Simple Light">
      <a:dk1>
        <a:srgbClr val="301900"/>
      </a:dk1>
      <a:lt1>
        <a:srgbClr val="E3DFD7"/>
      </a:lt1>
      <a:dk2>
        <a:srgbClr val="636363"/>
      </a:dk2>
      <a:lt2>
        <a:srgbClr val="6A6253"/>
      </a:lt2>
      <a:accent1>
        <a:srgbClr val="CC0000"/>
      </a:accent1>
      <a:accent2>
        <a:srgbClr val="1C375F"/>
      </a:accent2>
      <a:accent3>
        <a:srgbClr val="EFBDBD"/>
      </a:accent3>
      <a:accent4>
        <a:srgbClr val="3F432C"/>
      </a:accent4>
      <a:accent5>
        <a:srgbClr val="595959"/>
      </a:accent5>
      <a:accent6>
        <a:srgbClr val="FE621D"/>
      </a:accent6>
      <a:hlink>
        <a:srgbClr val="49A07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